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3AE8A-74AB-41C0-8B39-A7FDFD832269}" v="5" dt="2026-06-19T09:00:01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r verma" userId="48f768137a4cebe0" providerId="LiveId" clId="{A9B223C1-544A-44A7-9963-29A57AEA019F}"/>
    <pc:docChg chg="undo custSel addSld modSld">
      <pc:chgData name="ankur verma" userId="48f768137a4cebe0" providerId="LiveId" clId="{A9B223C1-544A-44A7-9963-29A57AEA019F}" dt="2026-06-19T09:01:21.052" v="314" actId="113"/>
      <pc:docMkLst>
        <pc:docMk/>
      </pc:docMkLst>
      <pc:sldChg chg="modSp new mod">
        <pc:chgData name="ankur verma" userId="48f768137a4cebe0" providerId="LiveId" clId="{A9B223C1-544A-44A7-9963-29A57AEA019F}" dt="2026-06-19T09:01:21.052" v="314" actId="113"/>
        <pc:sldMkLst>
          <pc:docMk/>
          <pc:sldMk cId="2240057780" sldId="256"/>
        </pc:sldMkLst>
        <pc:spChg chg="mod">
          <ac:chgData name="ankur verma" userId="48f768137a4cebe0" providerId="LiveId" clId="{A9B223C1-544A-44A7-9963-29A57AEA019F}" dt="2026-06-19T09:01:21.052" v="314" actId="113"/>
          <ac:spMkLst>
            <pc:docMk/>
            <pc:sldMk cId="2240057780" sldId="256"/>
            <ac:spMk id="2" creationId="{4BD6DAA9-03C3-1F87-46CF-6C31455D6A43}"/>
          </ac:spMkLst>
        </pc:spChg>
        <pc:spChg chg="mod">
          <ac:chgData name="ankur verma" userId="48f768137a4cebe0" providerId="LiveId" clId="{A9B223C1-544A-44A7-9963-29A57AEA019F}" dt="2026-06-19T08:42:37.541" v="75" actId="20577"/>
          <ac:spMkLst>
            <pc:docMk/>
            <pc:sldMk cId="2240057780" sldId="256"/>
            <ac:spMk id="3" creationId="{217D5287-EEF4-0CDF-137C-CFE97DDC06C1}"/>
          </ac:spMkLst>
        </pc:spChg>
      </pc:sldChg>
      <pc:sldChg chg="addSp modSp new mod">
        <pc:chgData name="ankur verma" userId="48f768137a4cebe0" providerId="LiveId" clId="{A9B223C1-544A-44A7-9963-29A57AEA019F}" dt="2026-06-19T08:45:18.676" v="93" actId="1440"/>
        <pc:sldMkLst>
          <pc:docMk/>
          <pc:sldMk cId="3326510088" sldId="257"/>
        </pc:sldMkLst>
        <pc:picChg chg="add mod modCrop">
          <ac:chgData name="ankur verma" userId="48f768137a4cebe0" providerId="LiveId" clId="{A9B223C1-544A-44A7-9963-29A57AEA019F}" dt="2026-06-19T08:45:18.676" v="93" actId="1440"/>
          <ac:picMkLst>
            <pc:docMk/>
            <pc:sldMk cId="3326510088" sldId="257"/>
            <ac:picMk id="5" creationId="{CFE9FC8A-548C-3BBA-01BC-020535D72D06}"/>
          </ac:picMkLst>
        </pc:picChg>
      </pc:sldChg>
      <pc:sldChg chg="addSp modSp new mod">
        <pc:chgData name="ankur verma" userId="48f768137a4cebe0" providerId="LiveId" clId="{A9B223C1-544A-44A7-9963-29A57AEA019F}" dt="2026-06-19T08:46:51.550" v="105" actId="1440"/>
        <pc:sldMkLst>
          <pc:docMk/>
          <pc:sldMk cId="3704415892" sldId="258"/>
        </pc:sldMkLst>
        <pc:picChg chg="add mod modCrop">
          <ac:chgData name="ankur verma" userId="48f768137a4cebe0" providerId="LiveId" clId="{A9B223C1-544A-44A7-9963-29A57AEA019F}" dt="2026-06-19T08:46:51.550" v="105" actId="1440"/>
          <ac:picMkLst>
            <pc:docMk/>
            <pc:sldMk cId="3704415892" sldId="258"/>
            <ac:picMk id="5" creationId="{A82433E3-5136-C6E3-C387-7DBBDB9FC4C4}"/>
          </ac:picMkLst>
        </pc:picChg>
      </pc:sldChg>
      <pc:sldChg chg="addSp modSp add mod">
        <pc:chgData name="ankur verma" userId="48f768137a4cebe0" providerId="LiveId" clId="{A9B223C1-544A-44A7-9963-29A57AEA019F}" dt="2026-06-19T08:48:46.901" v="123" actId="1440"/>
        <pc:sldMkLst>
          <pc:docMk/>
          <pc:sldMk cId="3996600600" sldId="259"/>
        </pc:sldMkLst>
        <pc:picChg chg="add mod modCrop">
          <ac:chgData name="ankur verma" userId="48f768137a4cebe0" providerId="LiveId" clId="{A9B223C1-544A-44A7-9963-29A57AEA019F}" dt="2026-06-19T08:48:46.901" v="123" actId="1440"/>
          <ac:picMkLst>
            <pc:docMk/>
            <pc:sldMk cId="3996600600" sldId="259"/>
            <ac:picMk id="5" creationId="{B1EC5958-933D-E2BD-6902-17AC960C90DA}"/>
          </ac:picMkLst>
        </pc:picChg>
      </pc:sldChg>
      <pc:sldChg chg="modSp new mod">
        <pc:chgData name="ankur verma" userId="48f768137a4cebe0" providerId="LiveId" clId="{A9B223C1-544A-44A7-9963-29A57AEA019F}" dt="2026-06-19T09:00:57.694" v="313" actId="1076"/>
        <pc:sldMkLst>
          <pc:docMk/>
          <pc:sldMk cId="1362163149" sldId="260"/>
        </pc:sldMkLst>
        <pc:spChg chg="mod">
          <ac:chgData name="ankur verma" userId="48f768137a4cebe0" providerId="LiveId" clId="{A9B223C1-544A-44A7-9963-29A57AEA019F}" dt="2026-06-19T09:00:52.837" v="312" actId="14100"/>
          <ac:spMkLst>
            <pc:docMk/>
            <pc:sldMk cId="1362163149" sldId="260"/>
            <ac:spMk id="2" creationId="{C3F8C7B7-F018-6276-E2C8-393B17F9EA68}"/>
          </ac:spMkLst>
        </pc:spChg>
        <pc:spChg chg="mod">
          <ac:chgData name="ankur verma" userId="48f768137a4cebe0" providerId="LiveId" clId="{A9B223C1-544A-44A7-9963-29A57AEA019F}" dt="2026-06-19T08:59:51.371" v="299" actId="255"/>
          <ac:spMkLst>
            <pc:docMk/>
            <pc:sldMk cId="1362163149" sldId="260"/>
            <ac:spMk id="3" creationId="{32638901-FD45-842D-DCC9-8DF7BDE98F3F}"/>
          </ac:spMkLst>
        </pc:spChg>
        <pc:picChg chg="mod">
          <ac:chgData name="ankur verma" userId="48f768137a4cebe0" providerId="LiveId" clId="{A9B223C1-544A-44A7-9963-29A57AEA019F}" dt="2026-06-19T09:00:57.694" v="313" actId="1076"/>
          <ac:picMkLst>
            <pc:docMk/>
            <pc:sldMk cId="1362163149" sldId="260"/>
            <ac:picMk id="4" creationId="{A07B0639-A8D8-C6EC-A169-16E52C9AE8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3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81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91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92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9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48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44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08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601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55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61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7B442-C6BC-4014-9E41-791B94B14BB3}" type="datetimeFigureOut">
              <a:rPr lang="en-IN" smtClean="0"/>
              <a:t>19-06-2026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D1D2E-2A86-4641-B8DE-890E6C7E49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929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DAA9-03C3-1F87-46CF-6C31455D6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/>
          <a:lstStyle/>
          <a:p>
            <a:r>
              <a:rPr lang="en-IN" b="1" dirty="0"/>
              <a:t>Task 3 – “Sales Dashboard”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D5287-EEF4-0CDF-137C-CFE97DDC06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 – ANKUR VERMA</a:t>
            </a:r>
          </a:p>
          <a:p>
            <a:r>
              <a:rPr lang="en-IN" dirty="0"/>
              <a:t>Date – 19-June-2026</a:t>
            </a:r>
          </a:p>
        </p:txBody>
      </p:sp>
    </p:spTree>
    <p:extLst>
      <p:ext uri="{BB962C8B-B14F-4D97-AF65-F5344CB8AC3E}">
        <p14:creationId xmlns:p14="http://schemas.microsoft.com/office/powerpoint/2010/main" val="224005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B567-54D6-A7D0-590A-703FE6F70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9C62B-D897-11C2-EE27-CF668B5A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9FC8A-548C-3BBA-01BC-020535D7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5" t="19212" r="27420" b="1240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651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A10C-9C4A-4C8B-4275-24E93848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55AEE-AA4B-38A5-7C23-D5396269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433E3-5136-C6E3-C387-7DBBDB9F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6" t="19498" r="27258" b="122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441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3068-5C92-71CE-FCE0-A5AFD88C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414F-0549-FE39-B5BA-D706C50A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DB1C6-FC1C-8B77-8159-8CF0A7D8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C5958-933D-E2BD-6902-17AC960C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0" t="19942" r="27580" b="12316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9660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C7B7-F018-6276-E2C8-393B17F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365126"/>
            <a:ext cx="11039168" cy="940260"/>
          </a:xfrm>
        </p:spPr>
        <p:txBody>
          <a:bodyPr>
            <a:normAutofit fontScale="90000"/>
          </a:bodyPr>
          <a:lstStyle/>
          <a:p>
            <a:r>
              <a:rPr lang="en-IN" sz="6600" dirty="0">
                <a:latin typeface="+mn-lt"/>
              </a:rPr>
              <a:t>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38901-FD45-842D-DCC9-8DF7BDE98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465006"/>
            <a:ext cx="11572568" cy="517176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300" b="1" dirty="0"/>
              <a:t>1. Overall Performance</a:t>
            </a:r>
          </a:p>
          <a:p>
            <a:r>
              <a:rPr lang="en-IN" dirty="0"/>
              <a:t>The business generated total revenue of $118.73M with a net profit of $16.89M</a:t>
            </a:r>
          </a:p>
          <a:p>
            <a:r>
              <a:rPr lang="en-IN" dirty="0"/>
              <a:t>Overall Profit Margin stands at 14.23%</a:t>
            </a:r>
          </a:p>
          <a:p>
            <a:pPr marL="0" indent="0">
              <a:buNone/>
            </a:pPr>
            <a:r>
              <a:rPr lang="en-IN" sz="3800" b="1" dirty="0"/>
              <a:t>2. Year-over-Year Growth</a:t>
            </a:r>
          </a:p>
          <a:p>
            <a:r>
              <a:rPr lang="en-IN" dirty="0"/>
              <a:t>Sales in 2014 were significantly higher compared to 2013, indicating strong business growth</a:t>
            </a:r>
          </a:p>
          <a:p>
            <a:pPr marL="0" indent="0">
              <a:buNone/>
            </a:pPr>
            <a:r>
              <a:rPr lang="en-IN" sz="3800" b="1" dirty="0"/>
              <a:t>3. Product Performance</a:t>
            </a:r>
          </a:p>
          <a:p>
            <a:r>
              <a:rPr lang="en-IN" dirty="0"/>
              <a:t>Paseo was the top-selling product with $33M in total sales</a:t>
            </a:r>
          </a:p>
          <a:p>
            <a:r>
              <a:rPr lang="en-IN" dirty="0"/>
              <a:t>Amarilla achieved the highest profit margin at 15.86%</a:t>
            </a:r>
          </a:p>
          <a:p>
            <a:r>
              <a:rPr lang="en-IN" dirty="0"/>
              <a:t>Carretera had the lowest profit margin at 13.22%</a:t>
            </a:r>
          </a:p>
          <a:p>
            <a:pPr marL="0" indent="0">
              <a:buNone/>
            </a:pPr>
            <a:r>
              <a:rPr lang="en-IN" sz="3800" b="1" dirty="0"/>
              <a:t>4. Country Performance</a:t>
            </a:r>
          </a:p>
          <a:p>
            <a:r>
              <a:rPr lang="en-IN" dirty="0"/>
              <a:t>United States of America led all countries with the highest sales of $25M</a:t>
            </a:r>
          </a:p>
          <a:p>
            <a:r>
              <a:rPr lang="en-IN" dirty="0"/>
              <a:t>Mexico recorded the lowest sales among all countries</a:t>
            </a:r>
          </a:p>
          <a:p>
            <a:pPr marL="0" indent="0">
              <a:buNone/>
            </a:pPr>
            <a:r>
              <a:rPr lang="en-IN" sz="3800" b="1" dirty="0"/>
              <a:t>5. Segment Analysis</a:t>
            </a:r>
          </a:p>
          <a:p>
            <a:r>
              <a:rPr lang="en-IN" dirty="0"/>
              <a:t>Government segment dominated with 44.22% of total market share</a:t>
            </a:r>
          </a:p>
          <a:p>
            <a:r>
              <a:rPr lang="en-IN" dirty="0"/>
              <a:t>Channel Partners was the smallest segment contributing only 1.52% of sales</a:t>
            </a:r>
          </a:p>
          <a:p>
            <a:pPr marL="0" indent="0">
              <a:buNone/>
            </a:pPr>
            <a:r>
              <a:rPr lang="en-IN" sz="3800" b="1" dirty="0"/>
              <a:t>6. Profit Leaders</a:t>
            </a:r>
          </a:p>
          <a:p>
            <a:r>
              <a:rPr lang="en-IN" dirty="0"/>
              <a:t>VTT product generated the highest total profit of $30.34M</a:t>
            </a:r>
          </a:p>
          <a:p>
            <a:r>
              <a:rPr lang="en-IN" dirty="0"/>
              <a:t>Paseo contributed the most to overall revenue growth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📊">
            <a:extLst>
              <a:ext uri="{FF2B5EF4-FFF2-40B4-BE49-F238E27FC236}">
                <a16:creationId xmlns:a16="http://schemas.microsoft.com/office/drawing/2014/main" id="{A07B0639-A8D8-C6EC-A169-16E52C9A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275" y="516885"/>
            <a:ext cx="578874" cy="57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6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167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Task 3 – “Sales Dashboard”</vt:lpstr>
      <vt:lpstr>PowerPoint Presentation</vt:lpstr>
      <vt:lpstr>PowerPoint Presentation</vt:lpstr>
      <vt:lpstr>PowerPoint Presentation</vt:lpstr>
      <vt:lpstr>Key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verma</dc:creator>
  <cp:lastModifiedBy>ankur verma</cp:lastModifiedBy>
  <cp:revision>1</cp:revision>
  <dcterms:created xsi:type="dcterms:W3CDTF">2026-06-19T08:40:20Z</dcterms:created>
  <dcterms:modified xsi:type="dcterms:W3CDTF">2026-06-19T09:01:31Z</dcterms:modified>
</cp:coreProperties>
</file>